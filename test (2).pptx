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0CA180-5782-4B27-95AB-E97B61D3A7CC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</dgm:pt>
    <dgm:pt modelId="{52F1FF74-699F-4149-B400-A6869595B180}">
      <dgm:prSet phldrT="[文本]"/>
      <dgm:spPr/>
      <dgm:t>
        <a:bodyPr/>
        <a:lstStyle/>
        <a:p>
          <a:pPr algn="l"/>
          <a:r>
            <a:rPr 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L3: </a:t>
          </a:r>
          <a:r>
            <a:rPr lang="zh-CN" alt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针对性研发专用模型和工具</a:t>
          </a:r>
          <a:endParaRPr lang="zh-CN" altLang="en-US" dirty="0"/>
        </a:p>
      </dgm:t>
    </dgm:pt>
    <dgm:pt modelId="{B09EC44B-55C1-47E7-9A11-3F311816B1A6}" type="parTrans" cxnId="{8C13973E-F7B3-4D8E-B705-E6644D595A9C}">
      <dgm:prSet/>
      <dgm:spPr/>
      <dgm:t>
        <a:bodyPr/>
        <a:lstStyle/>
        <a:p>
          <a:endParaRPr lang="zh-CN" altLang="en-US"/>
        </a:p>
      </dgm:t>
    </dgm:pt>
    <dgm:pt modelId="{B9661C87-1F40-4BA6-B746-84F8336864F9}" type="sibTrans" cxnId="{8C13973E-F7B3-4D8E-B705-E6644D595A9C}">
      <dgm:prSet/>
      <dgm:spPr/>
      <dgm:t>
        <a:bodyPr/>
        <a:lstStyle/>
        <a:p>
          <a:endParaRPr lang="zh-CN" altLang="en-US"/>
        </a:p>
      </dgm:t>
    </dgm:pt>
    <dgm:pt modelId="{1D0AC3EF-F7EE-43A4-A936-19D5972B29D9}">
      <dgm:prSet phldrT="[文本]"/>
      <dgm:spPr/>
      <dgm:t>
        <a:bodyPr/>
        <a:lstStyle/>
        <a:p>
          <a:pPr algn="l"/>
          <a:r>
            <a:rPr 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L2: </a:t>
          </a:r>
          <a:r>
            <a:rPr lang="en-US" b="1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数据分析与洞察</a:t>
          </a:r>
          <a:endParaRPr lang="zh-CN" altLang="en-US" dirty="0"/>
        </a:p>
      </dgm:t>
    </dgm:pt>
    <dgm:pt modelId="{83E060A5-342A-442F-96B4-82EDBDEE3997}" type="parTrans" cxnId="{ACD55E92-0B3A-4A49-B6CF-B5D743139CB4}">
      <dgm:prSet/>
      <dgm:spPr/>
      <dgm:t>
        <a:bodyPr/>
        <a:lstStyle/>
        <a:p>
          <a:endParaRPr lang="zh-CN" altLang="en-US"/>
        </a:p>
      </dgm:t>
    </dgm:pt>
    <dgm:pt modelId="{A18DF181-42E0-4F98-BAE0-2AB7733424F5}" type="sibTrans" cxnId="{ACD55E92-0B3A-4A49-B6CF-B5D743139CB4}">
      <dgm:prSet/>
      <dgm:spPr/>
      <dgm:t>
        <a:bodyPr/>
        <a:lstStyle/>
        <a:p>
          <a:endParaRPr lang="zh-CN" altLang="en-US"/>
        </a:p>
      </dgm:t>
    </dgm:pt>
    <dgm:pt modelId="{C8D9E246-2FBA-44D6-BA30-1E303299C924}">
      <dgm:prSet phldrT="[文本]"/>
      <dgm:spPr/>
      <dgm:t>
        <a:bodyPr/>
        <a:lstStyle/>
        <a:p>
          <a:pPr algn="l"/>
          <a:r>
            <a:rPr 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L1: </a:t>
          </a:r>
          <a:r>
            <a:rPr lang="en-US" b="1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基础智能问答</a:t>
          </a:r>
          <a:r>
            <a:rPr lang="zh-CN" alt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、信息推送、通用成熟方案</a:t>
          </a:r>
          <a:endParaRPr lang="zh-CN" altLang="en-US" dirty="0"/>
        </a:p>
      </dgm:t>
    </dgm:pt>
    <dgm:pt modelId="{9A851303-B1B6-4941-9132-55D1AEA5EF71}" type="parTrans" cxnId="{2483B35B-D8CF-4867-8C62-3367067A00AF}">
      <dgm:prSet/>
      <dgm:spPr/>
      <dgm:t>
        <a:bodyPr/>
        <a:lstStyle/>
        <a:p>
          <a:endParaRPr lang="zh-CN" altLang="en-US"/>
        </a:p>
      </dgm:t>
    </dgm:pt>
    <dgm:pt modelId="{E8BDF923-3666-47D5-A35E-C111809C32C6}" type="sibTrans" cxnId="{2483B35B-D8CF-4867-8C62-3367067A00AF}">
      <dgm:prSet/>
      <dgm:spPr/>
      <dgm:t>
        <a:bodyPr/>
        <a:lstStyle/>
        <a:p>
          <a:endParaRPr lang="zh-CN" altLang="en-US"/>
        </a:p>
      </dgm:t>
    </dgm:pt>
    <dgm:pt modelId="{9B30C3C7-F68B-4683-8F34-C8D9F71B2175}">
      <dgm:prSet phldrT="[文本]"/>
      <dgm:spPr/>
      <dgm:t>
        <a:bodyPr/>
        <a:lstStyle/>
        <a:p>
          <a:pPr algn="l"/>
          <a:r>
            <a:rPr 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L4: </a:t>
          </a:r>
          <a:r>
            <a:rPr lang="zh-CN" altLang="en-US" b="1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智能决策支持、</a:t>
          </a:r>
          <a:r>
            <a:rPr lang="en-US" b="1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全流程自动化</a:t>
          </a:r>
          <a:endParaRPr lang="zh-CN" altLang="en-US" dirty="0"/>
        </a:p>
      </dgm:t>
    </dgm:pt>
    <dgm:pt modelId="{35F17E0B-2CCA-4AF9-A2CE-F76F5890C118}" type="parTrans" cxnId="{FDEB8B22-2E90-47A6-BDE3-EFEA92922962}">
      <dgm:prSet/>
      <dgm:spPr/>
      <dgm:t>
        <a:bodyPr/>
        <a:lstStyle/>
        <a:p>
          <a:endParaRPr lang="zh-CN" altLang="en-US"/>
        </a:p>
      </dgm:t>
    </dgm:pt>
    <dgm:pt modelId="{2B9C7FE2-57CF-4B2A-81BE-719C910DBFA6}" type="sibTrans" cxnId="{FDEB8B22-2E90-47A6-BDE3-EFEA92922962}">
      <dgm:prSet/>
      <dgm:spPr/>
      <dgm:t>
        <a:bodyPr/>
        <a:lstStyle/>
        <a:p>
          <a:endParaRPr lang="zh-CN" altLang="en-US"/>
        </a:p>
      </dgm:t>
    </dgm:pt>
    <dgm:pt modelId="{7F091731-7E5D-432D-9906-7EBB79BB616A}" type="pres">
      <dgm:prSet presAssocID="{190CA180-5782-4B27-95AB-E97B61D3A7CC}" presName="compositeShape" presStyleCnt="0">
        <dgm:presLayoutVars>
          <dgm:dir/>
          <dgm:resizeHandles/>
        </dgm:presLayoutVars>
      </dgm:prSet>
      <dgm:spPr/>
    </dgm:pt>
    <dgm:pt modelId="{D3824F50-E5B2-4730-B4C8-3D8337866697}" type="pres">
      <dgm:prSet presAssocID="{190CA180-5782-4B27-95AB-E97B61D3A7CC}" presName="pyramid" presStyleLbl="node1" presStyleIdx="0" presStyleCnt="1" custLinFactNeighborX="37" custLinFactNeighborY="1776"/>
      <dgm:spPr/>
    </dgm:pt>
    <dgm:pt modelId="{75D04B38-C2EA-457A-978F-439C3F06DB37}" type="pres">
      <dgm:prSet presAssocID="{190CA180-5782-4B27-95AB-E97B61D3A7CC}" presName="theList" presStyleCnt="0"/>
      <dgm:spPr/>
    </dgm:pt>
    <dgm:pt modelId="{9211BD0F-BCAA-4F88-B8B9-3B5460E57185}" type="pres">
      <dgm:prSet presAssocID="{9B30C3C7-F68B-4683-8F34-C8D9F71B2175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DF34B20-E154-4426-B688-295B0872E0CF}" type="pres">
      <dgm:prSet presAssocID="{9B30C3C7-F68B-4683-8F34-C8D9F71B2175}" presName="aSpace" presStyleCnt="0"/>
      <dgm:spPr/>
    </dgm:pt>
    <dgm:pt modelId="{B5482953-CB55-4982-980C-1E23400574AB}" type="pres">
      <dgm:prSet presAssocID="{52F1FF74-699F-4149-B400-A6869595B180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A1205F-7C2F-491B-B99B-6597EA5524BB}" type="pres">
      <dgm:prSet presAssocID="{52F1FF74-699F-4149-B400-A6869595B180}" presName="aSpace" presStyleCnt="0"/>
      <dgm:spPr/>
    </dgm:pt>
    <dgm:pt modelId="{83ACB5BB-288C-4549-9A05-39C27BEE2A41}" type="pres">
      <dgm:prSet presAssocID="{1D0AC3EF-F7EE-43A4-A936-19D5972B29D9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8F61F45-A858-4470-B341-64DC66344D30}" type="pres">
      <dgm:prSet presAssocID="{1D0AC3EF-F7EE-43A4-A936-19D5972B29D9}" presName="aSpace" presStyleCnt="0"/>
      <dgm:spPr/>
    </dgm:pt>
    <dgm:pt modelId="{EFFEF950-7F28-457F-B7E6-B8CB816BEC97}" type="pres">
      <dgm:prSet presAssocID="{C8D9E246-2FBA-44D6-BA30-1E303299C924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EC5E169-4836-493F-99BD-8852FCC862CD}" type="pres">
      <dgm:prSet presAssocID="{C8D9E246-2FBA-44D6-BA30-1E303299C924}" presName="aSpace" presStyleCnt="0"/>
      <dgm:spPr/>
    </dgm:pt>
  </dgm:ptLst>
  <dgm:cxnLst>
    <dgm:cxn modelId="{FDEB8B22-2E90-47A6-BDE3-EFEA92922962}" srcId="{190CA180-5782-4B27-95AB-E97B61D3A7CC}" destId="{9B30C3C7-F68B-4683-8F34-C8D9F71B2175}" srcOrd="0" destOrd="0" parTransId="{35F17E0B-2CCA-4AF9-A2CE-F76F5890C118}" sibTransId="{2B9C7FE2-57CF-4B2A-81BE-719C910DBFA6}"/>
    <dgm:cxn modelId="{8C13973E-F7B3-4D8E-B705-E6644D595A9C}" srcId="{190CA180-5782-4B27-95AB-E97B61D3A7CC}" destId="{52F1FF74-699F-4149-B400-A6869595B180}" srcOrd="1" destOrd="0" parTransId="{B09EC44B-55C1-47E7-9A11-3F311816B1A6}" sibTransId="{B9661C87-1F40-4BA6-B746-84F8336864F9}"/>
    <dgm:cxn modelId="{A99952E3-E321-4156-92E6-4DB2E38A2DF7}" type="presOf" srcId="{1D0AC3EF-F7EE-43A4-A936-19D5972B29D9}" destId="{83ACB5BB-288C-4549-9A05-39C27BEE2A41}" srcOrd="0" destOrd="0" presId="urn:microsoft.com/office/officeart/2005/8/layout/pyramid2"/>
    <dgm:cxn modelId="{F4FED1CC-FB94-4C9A-A85D-EC50B6DF4A76}" type="presOf" srcId="{190CA180-5782-4B27-95AB-E97B61D3A7CC}" destId="{7F091731-7E5D-432D-9906-7EBB79BB616A}" srcOrd="0" destOrd="0" presId="urn:microsoft.com/office/officeart/2005/8/layout/pyramid2"/>
    <dgm:cxn modelId="{2483B35B-D8CF-4867-8C62-3367067A00AF}" srcId="{190CA180-5782-4B27-95AB-E97B61D3A7CC}" destId="{C8D9E246-2FBA-44D6-BA30-1E303299C924}" srcOrd="3" destOrd="0" parTransId="{9A851303-B1B6-4941-9132-55D1AEA5EF71}" sibTransId="{E8BDF923-3666-47D5-A35E-C111809C32C6}"/>
    <dgm:cxn modelId="{87D625C3-EF2E-41AC-BE12-C6A9E0B9FD21}" type="presOf" srcId="{9B30C3C7-F68B-4683-8F34-C8D9F71B2175}" destId="{9211BD0F-BCAA-4F88-B8B9-3B5460E57185}" srcOrd="0" destOrd="0" presId="urn:microsoft.com/office/officeart/2005/8/layout/pyramid2"/>
    <dgm:cxn modelId="{ACD55E92-0B3A-4A49-B6CF-B5D743139CB4}" srcId="{190CA180-5782-4B27-95AB-E97B61D3A7CC}" destId="{1D0AC3EF-F7EE-43A4-A936-19D5972B29D9}" srcOrd="2" destOrd="0" parTransId="{83E060A5-342A-442F-96B4-82EDBDEE3997}" sibTransId="{A18DF181-42E0-4F98-BAE0-2AB7733424F5}"/>
    <dgm:cxn modelId="{5C6A840C-FB02-409D-885E-A55FE8DFE84E}" type="presOf" srcId="{52F1FF74-699F-4149-B400-A6869595B180}" destId="{B5482953-CB55-4982-980C-1E23400574AB}" srcOrd="0" destOrd="0" presId="urn:microsoft.com/office/officeart/2005/8/layout/pyramid2"/>
    <dgm:cxn modelId="{CF92D11A-36DB-4026-AE11-86B2AB42B6A8}" type="presOf" srcId="{C8D9E246-2FBA-44D6-BA30-1E303299C924}" destId="{EFFEF950-7F28-457F-B7E6-B8CB816BEC97}" srcOrd="0" destOrd="0" presId="urn:microsoft.com/office/officeart/2005/8/layout/pyramid2"/>
    <dgm:cxn modelId="{E9D4C256-8345-4EDD-AF92-1CE9FE532301}" type="presParOf" srcId="{7F091731-7E5D-432D-9906-7EBB79BB616A}" destId="{D3824F50-E5B2-4730-B4C8-3D8337866697}" srcOrd="0" destOrd="0" presId="urn:microsoft.com/office/officeart/2005/8/layout/pyramid2"/>
    <dgm:cxn modelId="{AD916904-A2C9-4320-94EF-31D2D68604F4}" type="presParOf" srcId="{7F091731-7E5D-432D-9906-7EBB79BB616A}" destId="{75D04B38-C2EA-457A-978F-439C3F06DB37}" srcOrd="1" destOrd="0" presId="urn:microsoft.com/office/officeart/2005/8/layout/pyramid2"/>
    <dgm:cxn modelId="{F9EBF081-F78D-4AE5-B08D-FA200A84AB53}" type="presParOf" srcId="{75D04B38-C2EA-457A-978F-439C3F06DB37}" destId="{9211BD0F-BCAA-4F88-B8B9-3B5460E57185}" srcOrd="0" destOrd="0" presId="urn:microsoft.com/office/officeart/2005/8/layout/pyramid2"/>
    <dgm:cxn modelId="{B441BE3D-700B-40A7-8FB3-D5792688D5F2}" type="presParOf" srcId="{75D04B38-C2EA-457A-978F-439C3F06DB37}" destId="{5DF34B20-E154-4426-B688-295B0872E0CF}" srcOrd="1" destOrd="0" presId="urn:microsoft.com/office/officeart/2005/8/layout/pyramid2"/>
    <dgm:cxn modelId="{AC6A9325-8AD7-44D4-BD0E-4E2E59CDEDE0}" type="presParOf" srcId="{75D04B38-C2EA-457A-978F-439C3F06DB37}" destId="{B5482953-CB55-4982-980C-1E23400574AB}" srcOrd="2" destOrd="0" presId="urn:microsoft.com/office/officeart/2005/8/layout/pyramid2"/>
    <dgm:cxn modelId="{2750A4C4-48C6-4529-B5AD-47B8B0BD72B4}" type="presParOf" srcId="{75D04B38-C2EA-457A-978F-439C3F06DB37}" destId="{AAA1205F-7C2F-491B-B99B-6597EA5524BB}" srcOrd="3" destOrd="0" presId="urn:microsoft.com/office/officeart/2005/8/layout/pyramid2"/>
    <dgm:cxn modelId="{A14EB390-3352-4E55-996E-571C034441ED}" type="presParOf" srcId="{75D04B38-C2EA-457A-978F-439C3F06DB37}" destId="{83ACB5BB-288C-4549-9A05-39C27BEE2A41}" srcOrd="4" destOrd="0" presId="urn:microsoft.com/office/officeart/2005/8/layout/pyramid2"/>
    <dgm:cxn modelId="{E5081AC1-5DD5-4894-B4AC-8F9C35F6799A}" type="presParOf" srcId="{75D04B38-C2EA-457A-978F-439C3F06DB37}" destId="{48F61F45-A858-4470-B341-64DC66344D30}" srcOrd="5" destOrd="0" presId="urn:microsoft.com/office/officeart/2005/8/layout/pyramid2"/>
    <dgm:cxn modelId="{ADC9C3F3-A59F-49B7-B967-7E6FB2774FAA}" type="presParOf" srcId="{75D04B38-C2EA-457A-978F-439C3F06DB37}" destId="{EFFEF950-7F28-457F-B7E6-B8CB816BEC97}" srcOrd="6" destOrd="0" presId="urn:microsoft.com/office/officeart/2005/8/layout/pyramid2"/>
    <dgm:cxn modelId="{97EB3B41-0F84-4044-AF7A-618A46B65B23}" type="presParOf" srcId="{75D04B38-C2EA-457A-978F-439C3F06DB37}" destId="{1EC5E169-4836-493F-99BD-8852FCC862CD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824F50-E5B2-4730-B4C8-3D8337866697}">
      <dsp:nvSpPr>
        <dsp:cNvPr id="0" name=""/>
        <dsp:cNvSpPr/>
      </dsp:nvSpPr>
      <dsp:spPr>
        <a:xfrm>
          <a:off x="1066" y="0"/>
          <a:ext cx="2882244" cy="343046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1BD0F-BCAA-4F88-B8B9-3B5460E57185}">
      <dsp:nvSpPr>
        <dsp:cNvPr id="0" name=""/>
        <dsp:cNvSpPr/>
      </dsp:nvSpPr>
      <dsp:spPr>
        <a:xfrm>
          <a:off x="1441122" y="343381"/>
          <a:ext cx="1873458" cy="60971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L4: </a:t>
          </a:r>
          <a:r>
            <a:rPr lang="zh-CN" alt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智能决策支持、</a:t>
          </a:r>
          <a:r>
            <a:rPr lang="en-US" sz="1100" b="1" kern="1200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全流程自动化</a:t>
          </a:r>
          <a:endParaRPr lang="zh-CN" altLang="en-US" sz="1100" kern="1200" dirty="0"/>
        </a:p>
      </dsp:txBody>
      <dsp:txXfrm>
        <a:off x="1470886" y="373145"/>
        <a:ext cx="1813930" cy="550183"/>
      </dsp:txXfrm>
    </dsp:sp>
    <dsp:sp modelId="{B5482953-CB55-4982-980C-1E23400574AB}">
      <dsp:nvSpPr>
        <dsp:cNvPr id="0" name=""/>
        <dsp:cNvSpPr/>
      </dsp:nvSpPr>
      <dsp:spPr>
        <a:xfrm>
          <a:off x="1441122" y="1029307"/>
          <a:ext cx="1873458" cy="60971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L3: </a:t>
          </a:r>
          <a:r>
            <a:rPr lang="zh-CN" alt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针对性研发专用模型和工具</a:t>
          </a:r>
          <a:endParaRPr lang="zh-CN" altLang="en-US" sz="1100" kern="1200" dirty="0"/>
        </a:p>
      </dsp:txBody>
      <dsp:txXfrm>
        <a:off x="1470886" y="1059071"/>
        <a:ext cx="1813930" cy="550183"/>
      </dsp:txXfrm>
    </dsp:sp>
    <dsp:sp modelId="{83ACB5BB-288C-4549-9A05-39C27BEE2A41}">
      <dsp:nvSpPr>
        <dsp:cNvPr id="0" name=""/>
        <dsp:cNvSpPr/>
      </dsp:nvSpPr>
      <dsp:spPr>
        <a:xfrm>
          <a:off x="1441122" y="1715232"/>
          <a:ext cx="1873458" cy="60971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L2: </a:t>
          </a:r>
          <a:r>
            <a:rPr lang="en-US" sz="1100" b="1" kern="1200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数据分析与洞察</a:t>
          </a:r>
          <a:endParaRPr lang="zh-CN" altLang="en-US" sz="1100" kern="1200" dirty="0"/>
        </a:p>
      </dsp:txBody>
      <dsp:txXfrm>
        <a:off x="1470886" y="1744996"/>
        <a:ext cx="1813930" cy="550183"/>
      </dsp:txXfrm>
    </dsp:sp>
    <dsp:sp modelId="{EFFEF950-7F28-457F-B7E6-B8CB816BEC97}">
      <dsp:nvSpPr>
        <dsp:cNvPr id="0" name=""/>
        <dsp:cNvSpPr/>
      </dsp:nvSpPr>
      <dsp:spPr>
        <a:xfrm>
          <a:off x="1441122" y="2401157"/>
          <a:ext cx="1873458" cy="60971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L1: </a:t>
          </a:r>
          <a:r>
            <a:rPr lang="en-US" sz="1100" b="1" kern="1200" dirty="0" err="1" smtClean="0">
              <a:latin typeface="MiSans" pitchFamily="34" charset="0"/>
              <a:ea typeface="MiSans" pitchFamily="34" charset="-122"/>
              <a:cs typeface="MiSans" pitchFamily="34" charset="-120"/>
            </a:rPr>
            <a:t>基础智能问答</a:t>
          </a:r>
          <a:r>
            <a:rPr lang="zh-CN" altLang="en-US" sz="1100" b="1" kern="1200" dirty="0" smtClean="0">
              <a:latin typeface="MiSans" pitchFamily="34" charset="0"/>
              <a:ea typeface="MiSans" pitchFamily="34" charset="-122"/>
              <a:cs typeface="MiSans" pitchFamily="34" charset="-120"/>
            </a:rPr>
            <a:t>、信息推送、通用成熟方案</a:t>
          </a:r>
          <a:endParaRPr lang="zh-CN" altLang="en-US" sz="1100" kern="1200" dirty="0"/>
        </a:p>
      </dsp:txBody>
      <dsp:txXfrm>
        <a:off x="1470886" y="2430921"/>
        <a:ext cx="1813930" cy="550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778F8-7B81-45F7-A480-6DE1D15C7C97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54F14-FB52-49BA-8CD8-7D364E3FA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35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58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41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8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6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81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82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93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94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64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200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10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2-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3438" y="222210"/>
            <a:ext cx="10018130" cy="484868"/>
          </a:xfrm>
        </p:spPr>
        <p:txBody>
          <a:bodyPr>
            <a:normAutofit/>
          </a:bodyPr>
          <a:lstStyle>
            <a:lvl1pPr algn="l">
              <a:defRPr sz="2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单击此处添加标题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568" y="120823"/>
            <a:ext cx="1700252" cy="586255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 flipV="1">
            <a:off x="303212" y="801007"/>
            <a:ext cx="11628000" cy="18000"/>
          </a:xfrm>
          <a:prstGeom prst="rect">
            <a:avLst/>
          </a:prstGeom>
          <a:gradFill>
            <a:gsLst>
              <a:gs pos="0">
                <a:srgbClr val="F6AB00"/>
              </a:gs>
              <a:gs pos="57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4152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8DBC372E-7255-4186-9C66-A884CE5DDF25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81077" y="2988187"/>
            <a:ext cx="310923" cy="36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42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1FB9-6540-41B0-A369-7001055B5A8C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9E63-7E73-4325-9910-A0FD4E323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38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81000" y="868587"/>
            <a:ext cx="4476017" cy="5653616"/>
          </a:xfrm>
          <a:custGeom>
            <a:avLst/>
            <a:gdLst/>
            <a:ahLst/>
            <a:cxnLst/>
            <a:rect l="l" t="t" r="r" b="b"/>
            <a:pathLst>
              <a:path w="5968023" h="6844323">
                <a:moveTo>
                  <a:pt x="152423" y="0"/>
                </a:moveTo>
                <a:lnTo>
                  <a:pt x="5815600" y="0"/>
                </a:lnTo>
                <a:cubicBezTo>
                  <a:pt x="5899781" y="0"/>
                  <a:pt x="5968023" y="68242"/>
                  <a:pt x="5968023" y="152423"/>
                </a:cubicBezTo>
                <a:lnTo>
                  <a:pt x="5968023" y="6691900"/>
                </a:lnTo>
                <a:cubicBezTo>
                  <a:pt x="5968023" y="6776081"/>
                  <a:pt x="5899781" y="6844323"/>
                  <a:pt x="5815600" y="6844323"/>
                </a:cubicBezTo>
                <a:lnTo>
                  <a:pt x="152423" y="6844323"/>
                </a:lnTo>
                <a:cubicBezTo>
                  <a:pt x="68242" y="6844323"/>
                  <a:pt x="0" y="6776081"/>
                  <a:pt x="0" y="6691900"/>
                </a:cubicBezTo>
                <a:lnTo>
                  <a:pt x="0" y="152423"/>
                </a:lnTo>
                <a:cubicBezTo>
                  <a:pt x="0" y="68299"/>
                  <a:pt x="68299" y="0"/>
                  <a:pt x="152423" y="0"/>
                </a:cubicBezTo>
                <a:close/>
              </a:path>
            </a:pathLst>
          </a:custGeom>
          <a:gradFill>
            <a:gsLst>
              <a:gs pos="72477">
                <a:schemeClr val="accent3">
                  <a:lumMod val="20000"/>
                  <a:lumOff val="80000"/>
                </a:schemeClr>
              </a:gs>
              <a:gs pos="0">
                <a:schemeClr val="bg1"/>
              </a:gs>
            </a:gsLst>
            <a:lin ang="13500000" scaled="1"/>
          </a:gradFill>
          <a:ln w="11723">
            <a:noFill/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3617" y="333287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</a:t>
            </a:r>
            <a:r>
              <a:rPr lang="en-US" sz="2250" b="1" dirty="0" err="1" smtClean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在医药领域的</a:t>
            </a:r>
            <a:r>
              <a:rPr lang="zh-CN" altLang="en-US" sz="2250" b="1" dirty="0" smtClean="0">
                <a:solidFill>
                  <a:srgbClr val="FF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分阶段</a:t>
            </a:r>
            <a:r>
              <a:rPr lang="en-US" sz="2250" b="1" dirty="0" err="1">
                <a:solidFill>
                  <a:srgbClr val="FF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应用</a:t>
            </a:r>
            <a:r>
              <a:rPr lang="en-US" sz="2250" b="1" dirty="0" err="1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:</a:t>
            </a:r>
            <a:r>
              <a:rPr lang="en-US" altLang="zh-CN" sz="2250" b="1" dirty="0" err="1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从基础应用到高级应用</a:t>
            </a:r>
            <a:r>
              <a:rPr lang="zh-CN" altLang="en-US" sz="2250" b="1" dirty="0"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，分阶段实施和布局</a:t>
            </a:r>
            <a:endParaRPr lang="en-US" altLang="zh-CN" sz="2250" b="1" dirty="0">
              <a:latin typeface="Alimama ShuHeiTi" pitchFamily="34" charset="0"/>
              <a:ea typeface="Alimama ShuHeiTi" pitchFamily="34" charset="-122"/>
              <a:cs typeface="Alimama ShuHeiTi" pitchFamily="34" charset="-120"/>
            </a:endParaRPr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4000" y="266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graphicFrame>
        <p:nvGraphicFramePr>
          <p:cNvPr id="54" name="图示 53"/>
          <p:cNvGraphicFramePr/>
          <p:nvPr>
            <p:extLst/>
          </p:nvPr>
        </p:nvGraphicFramePr>
        <p:xfrm>
          <a:off x="1180686" y="1659065"/>
          <a:ext cx="3314581" cy="3430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62494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Alimama ShuHeiTi</vt:lpstr>
      <vt:lpstr>MiSans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姚尚超</dc:creator>
  <cp:lastModifiedBy>姚尚超</cp:lastModifiedBy>
  <cp:revision>1</cp:revision>
  <dcterms:created xsi:type="dcterms:W3CDTF">2026-03-04T08:08:55Z</dcterms:created>
  <dcterms:modified xsi:type="dcterms:W3CDTF">2026-03-04T08:09:24Z</dcterms:modified>
</cp:coreProperties>
</file>